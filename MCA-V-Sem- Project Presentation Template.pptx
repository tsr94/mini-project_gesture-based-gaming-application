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9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CD3EA1-8D91-E117-AC4B-C4AB468EB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261C26B-BFCC-A14E-004B-B3712D612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B1F3859-4C92-C871-C91D-C4C25CB2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2176CDE-09E2-36ED-033F-F8947B3D0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F6F68D6-9DE7-3955-EF42-F8D87354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28347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A782B8-D95D-62A0-6278-D3C8917C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81C74E-F97C-0BAB-D37B-FA6D91B04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7A43B5-8D70-DF97-51B7-A41421429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916628A-218F-AFED-8CB8-E4D07C7E4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CF38F09-E0FD-779E-F0EE-47AC0E7F6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10258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936CF7-D23D-F47A-3F91-25EF193D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34CAD8E-43E3-A51C-731A-6B125853C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BF3180-3793-13B3-9EF0-57874F3E2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2D3A84-A5D4-0371-1FD4-04B652E98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78A0DF-53C9-F08F-1B15-0AEF0937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94757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4E5D49-CD83-A912-DE3C-99EB3C8E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B54EB4-5664-2A95-F07D-DBBED38FD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B6C07E6-436F-F412-F16D-A9386560B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5B8341A-0D9A-DB3B-E35D-60F12671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016E2D8-3588-F9B1-2FFC-EA3E9A1CA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1756CA-03E6-B328-DDB7-4D919AD9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64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7B5686-BC35-22D1-03A7-05C737CF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C451B7-42C1-23D4-A3E8-05D59AC62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E7910D9-8CC5-5945-CF64-8534ADA6B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A6DFD09-81A6-D0B4-0C4E-C40D49B82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C933B59-EFD0-B8AE-99FD-86C3A0233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8A942C1-3D7B-90E7-A8A9-FEE74B9DD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6340DEE8-87ED-ADA4-9907-59D11000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77A0657-AE32-1D04-22B6-E7D86A30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0455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0A87CE-9135-079B-184C-1A3AF47F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6401B56-BAB0-8DFC-D02A-F26010204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C01D401-5EEE-426F-70E2-D54DAED5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66CBBB6-5DBF-360E-1F9B-F96E17BB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0836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F441591-E8C9-1DE1-AE01-1599E21B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27314F8-FE59-9D36-54D7-DAFECD43A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BBFB20D-5AC6-7722-05A3-ACF60B53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7975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E76E85-E2D5-AD63-75F1-97FE290C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F99B62-86F3-4019-E781-E59B24FA8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4418E0F-D686-30BA-32E9-025F00613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E64C3FF-C5AB-A203-26D3-FD032216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34ECE42-1A59-2C59-4988-E1A741D4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BD5B7DF-F121-2A59-3F34-84345046F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3310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9C620B-7874-8C98-3564-C0D27742E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5979F74-BD71-F595-E6DA-7E8BF5AC6E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B650056-D9B7-57B1-B2F9-CAA7DDAD5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D957BD3-BDAE-6549-FC41-9F4ACA28D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8338541-965B-48B9-92F7-A1E07DC5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AE45F06-8AD0-38BA-01F6-995FD3A66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0237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8B723B-5BE2-726F-9A10-C46AEED7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05412DB-67B1-A18B-F13C-E57FC3A87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710541-CDDD-5F6F-E990-81E15D01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5C15EDA-6242-4E24-E06A-9C75E028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47EEA8-0204-A4FA-792F-4791B014C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1083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7D67E2F1-BE9D-8F38-AF3A-3FBF2F69E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5EA161E-DCBD-4988-D1E9-3E2E04633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7FA4CFA-F0B9-D26F-714A-8FA99008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A39D60-85AC-E6CE-F590-F840F007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7640E10-72B0-24B1-6293-D37470C6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81158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F25FAB2-9DDB-0864-66A5-0EEBA484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8A60BA8-E450-7589-29A5-23ABFAE8E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82D855-318E-A803-F39F-74283F01CB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B9E9B-1AAA-4305-9E96-A6C4A2CC285C}" type="datetimeFigureOut">
              <a:rPr lang="en-IN" smtClean="0"/>
              <a:pPr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E119135-B5DF-CA9D-8C98-113095CB2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7709C09-C300-02DE-6487-80B40B35E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0569B-0B11-41A8-9AAD-D686D994C8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19697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1000" t="-2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E1BC12-7668-322E-DFAF-2EEBDE5A1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5188" y="645001"/>
            <a:ext cx="9144000" cy="1171431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accent1">
                    <a:lumMod val="50000"/>
                  </a:schemeClr>
                </a:solidFill>
              </a:rPr>
              <a:t>Title of the Project</a:t>
            </a:r>
            <a:endParaRPr lang="en-IN" sz="5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54D43E9-895C-7A53-B418-AE7F7C5B7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50953"/>
            <a:ext cx="12192000" cy="1663401"/>
          </a:xfrm>
        </p:spPr>
        <p:txBody>
          <a:bodyPr>
            <a:normAutofit fontScale="92500" lnSpcReduction="20000"/>
          </a:bodyPr>
          <a:lstStyle/>
          <a:p>
            <a:r>
              <a:rPr lang="en-IN" sz="2000" b="1" dirty="0"/>
              <a:t>Presented by</a:t>
            </a:r>
          </a:p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Student Name</a:t>
            </a:r>
          </a:p>
          <a:p>
            <a:r>
              <a:rPr lang="en-IN" sz="2000" dirty="0"/>
              <a:t>Roll No: </a:t>
            </a:r>
            <a:r>
              <a:rPr lang="en-IN" sz="2000" dirty="0" err="1"/>
              <a:t>xxxxxxxxxxx</a:t>
            </a:r>
            <a:endParaRPr lang="en-IN" sz="2000" dirty="0"/>
          </a:p>
          <a:p>
            <a:pPr algn="ctr"/>
            <a:r>
              <a:rPr lang="en-IN" sz="1800" dirty="0"/>
              <a:t>MCA- </a:t>
            </a:r>
            <a:r>
              <a:rPr lang="en-IN" sz="1800" dirty="0" smtClean="0"/>
              <a:t>V </a:t>
            </a:r>
            <a:r>
              <a:rPr lang="en-IN" sz="1800" dirty="0"/>
              <a:t>Semester</a:t>
            </a:r>
          </a:p>
          <a:p>
            <a:pPr algn="ctr"/>
            <a:r>
              <a:rPr lang="en-IN" sz="1800" dirty="0"/>
              <a:t>(Session: 20xx-20xx)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4AAFBED-CA4A-1083-82EC-CA05130FE93B}"/>
              </a:ext>
            </a:extLst>
          </p:cNvPr>
          <p:cNvSpPr txBox="1"/>
          <p:nvPr/>
        </p:nvSpPr>
        <p:spPr>
          <a:xfrm>
            <a:off x="3563905" y="4268736"/>
            <a:ext cx="50641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</a:rPr>
              <a:t>Name of the supervisor</a:t>
            </a:r>
          </a:p>
          <a:p>
            <a:pPr algn="ctr"/>
            <a:r>
              <a:rPr lang="en-IN" b="1" dirty="0"/>
              <a:t>Supervisor</a:t>
            </a:r>
          </a:p>
          <a:p>
            <a:pPr algn="ctr"/>
            <a:r>
              <a:rPr lang="en-IN" sz="1400" dirty="0"/>
              <a:t>Department of Computer Applications</a:t>
            </a:r>
          </a:p>
          <a:p>
            <a:pPr algn="ctr"/>
            <a:r>
              <a:rPr lang="en-IN" sz="1400" dirty="0"/>
              <a:t>National Institute of Technology Raipur</a:t>
            </a:r>
          </a:p>
        </p:txBody>
      </p:sp>
    </p:spTree>
    <p:extLst>
      <p:ext uri="{BB962C8B-B14F-4D97-AF65-F5344CB8AC3E}">
        <p14:creationId xmlns:p14="http://schemas.microsoft.com/office/powerpoint/2010/main" xmlns="" val="4141566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90A318-7262-1601-7CB8-7DF85E6D7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prstClr val="black"/>
                </a:solidFill>
                <a:ea typeface="+mn-ea"/>
                <a:cs typeface="+mn-cs"/>
              </a:rPr>
              <a:t>Sequence of slides to be followed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AA5080-CE76-D1DF-858C-E3EB05B9A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446" y="1838688"/>
            <a:ext cx="113538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Declaration </a:t>
            </a:r>
            <a:endParaRPr lang="en-IN" sz="2400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Problem Formulation and Definition </a:t>
            </a:r>
            <a:r>
              <a:rPr lang="en-IN" sz="2400" dirty="0">
                <a:solidFill>
                  <a:srgbClr val="C00000"/>
                </a:solidFill>
              </a:rPr>
              <a:t>(one slide)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Motivation </a:t>
            </a:r>
            <a:r>
              <a:rPr lang="en-IN" sz="2400" dirty="0">
                <a:solidFill>
                  <a:srgbClr val="C00000"/>
                </a:solidFill>
              </a:rPr>
              <a:t>(one slide)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Contribution </a:t>
            </a:r>
            <a:r>
              <a:rPr lang="en-IN" sz="2400" dirty="0">
                <a:solidFill>
                  <a:srgbClr val="C00000"/>
                </a:solidFill>
              </a:rPr>
              <a:t>(one slide)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Methodology/ Proposed Algorithm </a:t>
            </a:r>
            <a:r>
              <a:rPr lang="en-IN" sz="2400" dirty="0">
                <a:solidFill>
                  <a:srgbClr val="C00000"/>
                </a:solidFill>
              </a:rPr>
              <a:t>(maximum five slides)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Design/ Architecture/ Workflow </a:t>
            </a:r>
            <a:r>
              <a:rPr lang="en-IN" sz="2400" dirty="0">
                <a:solidFill>
                  <a:srgbClr val="C00000"/>
                </a:solidFill>
              </a:rPr>
              <a:t>(maximum five slides)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Screen Shots/Testing &amp; Implementation/Results and Discussion </a:t>
            </a:r>
            <a:r>
              <a:rPr lang="en-IN" sz="2400" dirty="0">
                <a:solidFill>
                  <a:srgbClr val="C00000"/>
                </a:solidFill>
              </a:rPr>
              <a:t>(maximum five slides)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Conclusion and Future scope </a:t>
            </a:r>
            <a:r>
              <a:rPr lang="en-IN" sz="2400" dirty="0">
                <a:solidFill>
                  <a:srgbClr val="C00000"/>
                </a:solidFill>
              </a:rPr>
              <a:t>(one slide)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References/ Bibliography </a:t>
            </a:r>
            <a:r>
              <a:rPr lang="en-IN" sz="2400" dirty="0">
                <a:solidFill>
                  <a:srgbClr val="C00000"/>
                </a:solidFill>
              </a:rPr>
              <a:t>(one slide)</a:t>
            </a:r>
          </a:p>
        </p:txBody>
      </p:sp>
    </p:spTree>
    <p:extLst>
      <p:ext uri="{BB962C8B-B14F-4D97-AF65-F5344CB8AC3E}">
        <p14:creationId xmlns:p14="http://schemas.microsoft.com/office/powerpoint/2010/main" xmlns="" val="1022179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88BFFF-7AA1-D451-93A7-FE0DC5916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F03280-C2FB-F8FB-B7EC-38F2E96CC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800" dirty="0"/>
              <a:t>Declaration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Problem Formulation and Definition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Motivation </a:t>
            </a:r>
            <a:endParaRPr lang="en-IN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Contribution </a:t>
            </a:r>
            <a:endParaRPr lang="en-IN" sz="2800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Methodology/ Proposed Algorithm </a:t>
            </a:r>
            <a:endParaRPr lang="en-IN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Design/ Architecture/ Workflow </a:t>
            </a:r>
            <a:endParaRPr lang="en-IN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Testing &amp; Implementation/Results and Discussion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Conclusion and Future Scope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/>
              <a:t>References/ Bibliography </a:t>
            </a:r>
            <a:endParaRPr lang="en-IN" sz="2800" dirty="0">
              <a:solidFill>
                <a:srgbClr val="C0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66831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65800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Problem Formulation and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2756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5664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570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Methodology/ Proposed Algorithm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96019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Methodology/ Proposed Algorithm </a:t>
            </a:r>
            <a:br>
              <a:rPr lang="en-IN" b="1" dirty="0">
                <a:solidFill>
                  <a:srgbClr val="C00000"/>
                </a:solidFill>
              </a:rPr>
            </a:br>
            <a:r>
              <a:rPr lang="en-IN" b="1" dirty="0">
                <a:solidFill>
                  <a:srgbClr val="C00000"/>
                </a:solidFill>
              </a:rPr>
              <a:t>						                            </a:t>
            </a:r>
            <a:r>
              <a:rPr lang="en-IN" sz="3600" b="1" dirty="0">
                <a:solidFill>
                  <a:srgbClr val="C00000"/>
                </a:solidFill>
              </a:rPr>
              <a:t>Cont..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8712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Design/ Architecture/ Workflow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43085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Results and Discussion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Simulation setup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95928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Conclusion and Future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21020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3F3C7-D2D1-D393-DF4A-428307FC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177089A-7BD5-E31C-5157-B2A6761E6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143320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90A318-7262-1601-7CB8-7DF85E6D7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3437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IN" sz="6000" b="1" dirty="0"/>
              <a:t>Thank You!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CE3A481A-C79A-7549-6B6B-0E239B0F2DBD}"/>
              </a:ext>
            </a:extLst>
          </p:cNvPr>
          <p:cNvSpPr txBox="1">
            <a:spLocks/>
          </p:cNvSpPr>
          <p:nvPr/>
        </p:nvSpPr>
        <p:spPr>
          <a:xfrm>
            <a:off x="4624251" y="3927883"/>
            <a:ext cx="26517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800" b="1" dirty="0">
                <a:solidFill>
                  <a:srgbClr val="FF0000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xmlns="" val="2409242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170</Words>
  <Application>Microsoft Office PowerPoint</Application>
  <PresentationFormat>Custom</PresentationFormat>
  <Paragraphs>43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Title of the Project</vt:lpstr>
      <vt:lpstr>Sequence of slides to be followed</vt:lpstr>
      <vt:lpstr>Contents:</vt:lpstr>
      <vt:lpstr>Declaration</vt:lpstr>
      <vt:lpstr>Problem Formulation and Definition</vt:lpstr>
      <vt:lpstr>Motivation</vt:lpstr>
      <vt:lpstr>Contributions</vt:lpstr>
      <vt:lpstr>Methodology/ Proposed Algorithm </vt:lpstr>
      <vt:lpstr>Methodology/ Proposed Algorithm                                    Cont..</vt:lpstr>
      <vt:lpstr>Design/ Architecture/ Workflow </vt:lpstr>
      <vt:lpstr>Results and Discussion </vt:lpstr>
      <vt:lpstr>Conclusion and Future scope </vt:lpstr>
      <vt:lpstr>References</vt:lpstr>
      <vt:lpstr>Thank You!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Paper: &lt;Title, Bold, 50pt&gt;</dc:title>
  <dc:creator>Dr. Dibakar Saha</dc:creator>
  <cp:lastModifiedBy>MCA Faculty Cabin</cp:lastModifiedBy>
  <cp:revision>9</cp:revision>
  <dcterms:created xsi:type="dcterms:W3CDTF">2022-05-23T08:18:33Z</dcterms:created>
  <dcterms:modified xsi:type="dcterms:W3CDTF">2025-11-24T07:55:28Z</dcterms:modified>
</cp:coreProperties>
</file>